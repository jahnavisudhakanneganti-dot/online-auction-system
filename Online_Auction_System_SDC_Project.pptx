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SDC PROJECT REVIEW </a:t>
            </a:r>
            <a:r>
              <a:rPr lang="en-IN" dirty="0"/>
              <a:t>–</a:t>
            </a:r>
            <a:r>
              <a:rPr dirty="0"/>
              <a:t> 1</a:t>
            </a:r>
            <a:br>
              <a:rPr lang="en-IN" dirty="0"/>
            </a:br>
            <a:endParaRPr dirty="0">
              <a:highlight>
                <a:srgbClr val="FF0000"/>
              </a:highligh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29050"/>
            <a:ext cx="6922008" cy="1809750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ONLINE AUCTION SYSTEM</a:t>
            </a:r>
          </a:p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0000"/>
                </a:highlight>
              </a:rPr>
              <a:t>A simple</a:t>
            </a:r>
            <a:r>
              <a:rPr lang="en-IN" dirty="0">
                <a:solidFill>
                  <a:schemeClr val="bg1"/>
                </a:solidFill>
                <a:highlight>
                  <a:srgbClr val="FF0000"/>
                </a:highlight>
              </a:rPr>
              <a:t> </a:t>
            </a:r>
            <a:r>
              <a:rPr lang="en-US" dirty="0">
                <a:highlight>
                  <a:srgbClr val="FF0000"/>
                </a:highlight>
              </a:rPr>
              <a:t>Frontend website for online auctions and bidding</a:t>
            </a:r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>
              <a:spcAft>
                <a:spcPts val="700"/>
              </a:spcAft>
              <a:defRPr sz="2100"/>
            </a:pPr>
            <a:endParaRPr lang="en-IN" dirty="0">
              <a:highlight>
                <a:srgbClr val="FFFF00"/>
              </a:highlight>
            </a:endParaRPr>
          </a:p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lang="en-IN" dirty="0">
                <a:highlight>
                  <a:srgbClr val="FFFF00"/>
                </a:highlight>
              </a:rPr>
              <a:t>Team Members:</a:t>
            </a:r>
          </a:p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lang="en-IN" dirty="0">
                <a:highlight>
                  <a:srgbClr val="FFFF00"/>
                </a:highlight>
              </a:rPr>
              <a:t>Manyata Singh – 2500030028</a:t>
            </a:r>
          </a:p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lang="en-IN" dirty="0">
                <a:highlight>
                  <a:srgbClr val="FFFF00"/>
                </a:highlight>
              </a:rPr>
              <a:t>K. Jahnavi Sudha – 2500030285</a:t>
            </a:r>
          </a:p>
          <a:p>
            <a:pPr>
              <a:spcAft>
                <a:spcPts val="700"/>
              </a:spcAft>
              <a:defRPr sz="2100">
                <a:solidFill>
                  <a:srgbClr val="12244B"/>
                </a:solidFill>
                <a:latin typeface="Aptos"/>
              </a:defRPr>
            </a:pPr>
            <a:r>
              <a:rPr lang="en-IN" dirty="0">
                <a:highlight>
                  <a:srgbClr val="FFFF00"/>
                </a:highlight>
              </a:rPr>
              <a:t>M. Advika Sudeshna – 2500032047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-457200"/>
            <a:ext cx="4114800" cy="4114800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41280" y="4572000"/>
            <a:ext cx="2926080" cy="2926080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-731520" y="5303520"/>
            <a:ext cx="2743200" cy="2743200"/>
          </a:xfrm>
          <a:prstGeom prst="ellipse">
            <a:avLst/>
          </a:prstGeom>
          <a:solidFill>
            <a:srgbClr val="28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wanted to create a simple website where users can participate in online auctions.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Users should be able to register and login before accessing auction items.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Users should be able to view products and place bids.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An admin should be able to manage the auction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To develop an Online Auction System using HTML, CSS and JavaScript.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To create a simple and user-friendly interface.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To implement Signup and Login using Local Storage.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To allow users to view auction items and place bids.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To provide separate User and Admin modules.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37160" y="100584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rPr lang="en-IN" dirty="0"/>
              <a:t>                       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9848"/>
            <a:ext cx="9838944" cy="5056315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1. User Module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Registration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Login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Dashboard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View auctions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Place bids</a:t>
            </a:r>
          </a:p>
          <a:p>
            <a:pPr>
              <a:spcAft>
                <a:spcPts val="700"/>
              </a:spcAft>
              <a:defRPr sz="2100"/>
            </a:pPr>
            <a:endParaRPr dirty="0"/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2. Admin Module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Admin login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Admin dashboard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Auction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Module 1 – 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created a registration page for new users.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User details are stored using Local Storage.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created a login page to check the registered user details.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After successful login, the user is redirected to the dashboard.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From the dashboard, the user can access the auction section.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Module 2 – Auction &amp; Bidding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created a Live Auctions page.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Sample products: Laptop, Smartphone and Smart Watch.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Each product shows its starting bid and current bid.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JavaScript is used for the Bid Now button.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The entered bid is checked against the current bid.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 bid is accepted only when it is higher than the current bid.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Module 3 – 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created a separate Admin Login.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The Admin Module is used for managing auction items.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We planned the Admin Dashboard for auction management.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Admin functionality is separated from the normal User Module.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Home page with Login, Register and Admin navigation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User registration and login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Local Storage based user data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User dashboard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Live auction products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Bid validation using JavaScript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Logout and page redirection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HTML – Created the structure of all pages.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CSS – Designed the website and arranged product cards using Flexbox.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JavaScript – Used for navigation, login handling and bid validation.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Local Storage – Used to store registration/login information.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GitHub – Used to maintain and submit our project repository.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USER FLOW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Home → Register / Login → User Dashboard → Live Auctions → Select Product → Place Bid</a:t>
            </a:r>
          </a:p>
          <a:p>
            <a:pPr>
              <a:spcAft>
                <a:spcPts val="700"/>
              </a:spcAft>
              <a:defRPr sz="2100"/>
            </a:pPr>
            <a:endParaRPr/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ADMIN FLOW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t>Admin Login → Admin Dashboard → Manage Auctions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How We Developed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First, we created the basic HTML pages.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Then we designed the pages using CSS.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We used Flexbox for arranging the auction products.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We added JavaScript for navigation, login handling and bidding.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We used Local Storage to save registered user information.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Finally, we tested the pages using VS Code and Live Server.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Creating a multi-page website.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Using HTML, CSS and JavaScript together.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Creating and validating forms.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Using Local Storage.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Redirecting users between pages using JavaScript.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Implementing basic bidding functionality.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Maintaining a project using GitHub.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Complete advanced Admin management.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Add My Bids functionality.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Allow users to sell/list their own items.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Add auction timers.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Add real-time bidding.</a:t>
            </a:r>
          </a:p>
          <a:p>
            <a:pPr marL="0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• Add backend and database support in a future version.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02920" y="1097280"/>
            <a:ext cx="11155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03A4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We developed an Online Auction System using HTML, CSS and JavaScript.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The project includes User and Admin modules.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We implemented registration, login, navigation and bidding functionality.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Local Storage is used for frontend data handling.</a:t>
            </a:r>
          </a:p>
          <a:p>
            <a:pPr>
              <a:spcAft>
                <a:spcPts val="700"/>
              </a:spcAft>
              <a:defRPr sz="2100">
                <a:solidFill>
                  <a:srgbClr val="303A4B"/>
                </a:solidFill>
                <a:latin typeface="Aptos"/>
              </a:defRPr>
            </a:pPr>
            <a:r>
              <a:rPr dirty="0"/>
              <a:t>This project helped us gain practical experience in frontend web development.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spcAft>
                <a:spcPts val="700"/>
              </a:spcAft>
              <a:buNone/>
              <a:defRPr sz="2100">
                <a:solidFill>
                  <a:srgbClr val="303A4B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84280" y="164592"/>
            <a:ext cx="347472" cy="347472"/>
          </a:xfrm>
          <a:prstGeom prst="ellipse">
            <a:avLst/>
          </a:prstGeom>
          <a:solidFill>
            <a:srgbClr val="30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" y="6309360"/>
            <a:ext cx="256032" cy="256032"/>
          </a:xfrm>
          <a:prstGeom prst="ellipse">
            <a:avLst/>
          </a:prstGeom>
          <a:solidFill>
            <a:srgbClr val="73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082"/>
                </a:solidFill>
                <a:latin typeface="Aptos"/>
              </a:defRPr>
            </a:pPr>
            <a:r>
              <a:t>Online Auction System  •  SDC Project Review –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82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49BE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835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SDC PROJECT REVIEW – 1 </vt:lpstr>
      <vt:lpstr>Problem Statement</vt:lpstr>
      <vt:lpstr>Objectives</vt:lpstr>
      <vt:lpstr>                        MODULES</vt:lpstr>
      <vt:lpstr>Module 1 – User Module</vt:lpstr>
      <vt:lpstr>Module 2 – Auction &amp; Bidding</vt:lpstr>
      <vt:lpstr>Module 3 – Admin Module</vt:lpstr>
      <vt:lpstr>Main Features</vt:lpstr>
      <vt:lpstr>Technologies Used</vt:lpstr>
      <vt:lpstr>Application Flow</vt:lpstr>
      <vt:lpstr>How We Developed It</vt:lpstr>
      <vt:lpstr>What We Learned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jahnavisudha kanneganti</cp:lastModifiedBy>
  <cp:revision>2</cp:revision>
  <dcterms:created xsi:type="dcterms:W3CDTF">2013-01-27T09:14:16Z</dcterms:created>
  <dcterms:modified xsi:type="dcterms:W3CDTF">2026-10-03T15:50:11Z</dcterms:modified>
  <cp:category/>
</cp:coreProperties>
</file>